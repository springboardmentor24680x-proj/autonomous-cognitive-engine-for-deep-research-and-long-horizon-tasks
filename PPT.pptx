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3" r:id="rId9"/>
    <p:sldId id="270" r:id="rId10"/>
    <p:sldId id="262" r:id="rId11"/>
    <p:sldId id="271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74DD7A-304D-495B-8975-8B7109BCFB8A}" v="14" dt="2026-01-21T14:32:45.1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77" d="100"/>
          <a:sy n="77" d="100"/>
        </p:scale>
        <p:origin x="77" y="1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vyadharshini Saravanan" userId="5a8fff879a5112e5" providerId="LiveId" clId="{E12951ED-1A3B-4D69-B572-BB1132284B4E}"/>
    <pc:docChg chg="undo custSel addSld modSld sldOrd">
      <pc:chgData name="Divyadharshini Saravanan" userId="5a8fff879a5112e5" providerId="LiveId" clId="{E12951ED-1A3B-4D69-B572-BB1132284B4E}" dt="2026-01-21T14:32:58.904" v="226" actId="14100"/>
      <pc:docMkLst>
        <pc:docMk/>
      </pc:docMkLst>
      <pc:sldChg chg="ord">
        <pc:chgData name="Divyadharshini Saravanan" userId="5a8fff879a5112e5" providerId="LiveId" clId="{E12951ED-1A3B-4D69-B572-BB1132284B4E}" dt="2026-01-20T13:27:24.527" v="46"/>
        <pc:sldMkLst>
          <pc:docMk/>
          <pc:sldMk cId="2665597280" sldId="258"/>
        </pc:sldMkLst>
      </pc:sldChg>
      <pc:sldChg chg="modSp mod">
        <pc:chgData name="Divyadharshini Saravanan" userId="5a8fff879a5112e5" providerId="LiveId" clId="{E12951ED-1A3B-4D69-B572-BB1132284B4E}" dt="2026-01-20T13:35:03.297" v="103" actId="20577"/>
        <pc:sldMkLst>
          <pc:docMk/>
          <pc:sldMk cId="2658998605" sldId="259"/>
        </pc:sldMkLst>
        <pc:spChg chg="mod">
          <ac:chgData name="Divyadharshini Saravanan" userId="5a8fff879a5112e5" providerId="LiveId" clId="{E12951ED-1A3B-4D69-B572-BB1132284B4E}" dt="2026-01-20T13:35:03.297" v="103" actId="20577"/>
          <ac:spMkLst>
            <pc:docMk/>
            <pc:sldMk cId="2658998605" sldId="259"/>
            <ac:spMk id="2" creationId="{688565F7-F2CD-A6F8-FFE1-A68703A22039}"/>
          </ac:spMkLst>
        </pc:spChg>
      </pc:sldChg>
      <pc:sldChg chg="addSp delSp modSp mod">
        <pc:chgData name="Divyadharshini Saravanan" userId="5a8fff879a5112e5" providerId="LiveId" clId="{E12951ED-1A3B-4D69-B572-BB1132284B4E}" dt="2026-01-20T15:04:41.215" v="105" actId="21"/>
        <pc:sldMkLst>
          <pc:docMk/>
          <pc:sldMk cId="2459387092" sldId="262"/>
        </pc:sldMkLst>
        <pc:picChg chg="add del mod">
          <ac:chgData name="Divyadharshini Saravanan" userId="5a8fff879a5112e5" providerId="LiveId" clId="{E12951ED-1A3B-4D69-B572-BB1132284B4E}" dt="2026-01-20T13:32:00.200" v="88" actId="21"/>
          <ac:picMkLst>
            <pc:docMk/>
            <pc:sldMk cId="2459387092" sldId="262"/>
            <ac:picMk id="6" creationId="{CE2D8725-9C53-9EBE-9890-9EB979699D4E}"/>
          </ac:picMkLst>
        </pc:picChg>
        <pc:picChg chg="add del mod">
          <ac:chgData name="Divyadharshini Saravanan" userId="5a8fff879a5112e5" providerId="LiveId" clId="{E12951ED-1A3B-4D69-B572-BB1132284B4E}" dt="2026-01-20T15:04:41.215" v="105" actId="21"/>
          <ac:picMkLst>
            <pc:docMk/>
            <pc:sldMk cId="2459387092" sldId="262"/>
            <ac:picMk id="8" creationId="{0B6779AD-E457-4CB8-1409-0892537AB5DF}"/>
          </ac:picMkLst>
        </pc:picChg>
      </pc:sldChg>
      <pc:sldChg chg="addSp delSp modSp mod ord">
        <pc:chgData name="Divyadharshini Saravanan" userId="5a8fff879a5112e5" providerId="LiveId" clId="{E12951ED-1A3B-4D69-B572-BB1132284B4E}" dt="2026-01-20T15:04:36.213" v="104" actId="21"/>
        <pc:sldMkLst>
          <pc:docMk/>
          <pc:sldMk cId="1163778162" sldId="263"/>
        </pc:sldMkLst>
        <pc:spChg chg="mod">
          <ac:chgData name="Divyadharshini Saravanan" userId="5a8fff879a5112e5" providerId="LiveId" clId="{E12951ED-1A3B-4D69-B572-BB1132284B4E}" dt="2026-01-20T13:27:50.098" v="69" actId="20577"/>
          <ac:spMkLst>
            <pc:docMk/>
            <pc:sldMk cId="1163778162" sldId="263"/>
            <ac:spMk id="3" creationId="{9DB17ECD-A160-766E-1AEE-1CC5A353CCE0}"/>
          </ac:spMkLst>
        </pc:spChg>
        <pc:picChg chg="add del mod">
          <ac:chgData name="Divyadharshini Saravanan" userId="5a8fff879a5112e5" providerId="LiveId" clId="{E12951ED-1A3B-4D69-B572-BB1132284B4E}" dt="2026-01-20T13:32:05.079" v="89" actId="21"/>
          <ac:picMkLst>
            <pc:docMk/>
            <pc:sldMk cId="1163778162" sldId="263"/>
            <ac:picMk id="6" creationId="{8A317940-43AD-7C96-5928-2DD579276F9B}"/>
          </ac:picMkLst>
        </pc:picChg>
        <pc:picChg chg="add del mod">
          <ac:chgData name="Divyadharshini Saravanan" userId="5a8fff879a5112e5" providerId="LiveId" clId="{E12951ED-1A3B-4D69-B572-BB1132284B4E}" dt="2026-01-20T15:04:36.213" v="104" actId="21"/>
          <ac:picMkLst>
            <pc:docMk/>
            <pc:sldMk cId="1163778162" sldId="263"/>
            <ac:picMk id="8" creationId="{05576ACF-144D-888D-E92A-8695F74FE4DE}"/>
          </ac:picMkLst>
        </pc:picChg>
      </pc:sldChg>
      <pc:sldChg chg="addSp delSp modSp mod">
        <pc:chgData name="Divyadharshini Saravanan" userId="5a8fff879a5112e5" providerId="LiveId" clId="{E12951ED-1A3B-4D69-B572-BB1132284B4E}" dt="2026-01-20T13:30:58.959" v="87" actId="14100"/>
        <pc:sldMkLst>
          <pc:docMk/>
          <pc:sldMk cId="2129384960" sldId="269"/>
        </pc:sldMkLst>
        <pc:spChg chg="mod">
          <ac:chgData name="Divyadharshini Saravanan" userId="5a8fff879a5112e5" providerId="LiveId" clId="{E12951ED-1A3B-4D69-B572-BB1132284B4E}" dt="2026-01-19T15:15:17.658" v="38" actId="20577"/>
          <ac:spMkLst>
            <pc:docMk/>
            <pc:sldMk cId="2129384960" sldId="269"/>
            <ac:spMk id="2" creationId="{F6E21194-8421-FF6B-77FB-2A8D1CC4EAB4}"/>
          </ac:spMkLst>
        </pc:spChg>
        <pc:picChg chg="add mod">
          <ac:chgData name="Divyadharshini Saravanan" userId="5a8fff879a5112e5" providerId="LiveId" clId="{E12951ED-1A3B-4D69-B572-BB1132284B4E}" dt="2026-01-20T13:30:58.959" v="87" actId="14100"/>
          <ac:picMkLst>
            <pc:docMk/>
            <pc:sldMk cId="2129384960" sldId="269"/>
            <ac:picMk id="6" creationId="{747EE8E6-E982-6787-1ADB-03AE50F21D98}"/>
          </ac:picMkLst>
        </pc:picChg>
      </pc:sldChg>
      <pc:sldChg chg="addSp delSp modSp new mod">
        <pc:chgData name="Divyadharshini Saravanan" userId="5a8fff879a5112e5" providerId="LiveId" clId="{E12951ED-1A3B-4D69-B572-BB1132284B4E}" dt="2026-01-21T14:32:16.467" v="193" actId="14100"/>
        <pc:sldMkLst>
          <pc:docMk/>
          <pc:sldMk cId="2927214421" sldId="270"/>
        </pc:sldMkLst>
        <pc:spChg chg="mod">
          <ac:chgData name="Divyadharshini Saravanan" userId="5a8fff879a5112e5" providerId="LiveId" clId="{E12951ED-1A3B-4D69-B572-BB1132284B4E}" dt="2026-01-21T14:31:09.164" v="185" actId="20577"/>
          <ac:spMkLst>
            <pc:docMk/>
            <pc:sldMk cId="2927214421" sldId="270"/>
            <ac:spMk id="2" creationId="{9BF67A94-F640-9F41-590B-D80B60DE2EE3}"/>
          </ac:spMkLst>
        </pc:spChg>
        <pc:spChg chg="del">
          <ac:chgData name="Divyadharshini Saravanan" userId="5a8fff879a5112e5" providerId="LiveId" clId="{E12951ED-1A3B-4D69-B572-BB1132284B4E}" dt="2026-01-20T15:05:36.382" v="107" actId="931"/>
          <ac:spMkLst>
            <pc:docMk/>
            <pc:sldMk cId="2927214421" sldId="270"/>
            <ac:spMk id="3" creationId="{A3FD540A-8352-E560-FE62-F297617AA829}"/>
          </ac:spMkLst>
        </pc:spChg>
        <pc:spChg chg="add del mod">
          <ac:chgData name="Divyadharshini Saravanan" userId="5a8fff879a5112e5" providerId="LiveId" clId="{E12951ED-1A3B-4D69-B572-BB1132284B4E}" dt="2026-01-21T14:29:35.536" v="138" actId="931"/>
          <ac:spMkLst>
            <pc:docMk/>
            <pc:sldMk cId="2927214421" sldId="270"/>
            <ac:spMk id="4" creationId="{851711E9-E893-4401-3381-09A581C3388F}"/>
          </ac:spMkLst>
        </pc:spChg>
        <pc:spChg chg="add del mod">
          <ac:chgData name="Divyadharshini Saravanan" userId="5a8fff879a5112e5" providerId="LiveId" clId="{E12951ED-1A3B-4D69-B572-BB1132284B4E}" dt="2026-01-20T15:19:12.100" v="130" actId="21"/>
          <ac:spMkLst>
            <pc:docMk/>
            <pc:sldMk cId="2927214421" sldId="270"/>
            <ac:spMk id="9" creationId="{E4B2AB85-935C-9F27-1E1F-F77EF3711BA6}"/>
          </ac:spMkLst>
        </pc:spChg>
        <pc:picChg chg="add del mod ord">
          <ac:chgData name="Divyadharshini Saravanan" userId="5a8fff879a5112e5" providerId="LiveId" clId="{E12951ED-1A3B-4D69-B572-BB1132284B4E}" dt="2026-01-21T14:29:15.925" v="137" actId="21"/>
          <ac:picMkLst>
            <pc:docMk/>
            <pc:sldMk cId="2927214421" sldId="270"/>
            <ac:picMk id="5" creationId="{45809081-3B4D-E959-7C9D-B085FD5D4BD0}"/>
          </ac:picMkLst>
        </pc:picChg>
        <pc:picChg chg="add mod">
          <ac:chgData name="Divyadharshini Saravanan" userId="5a8fff879a5112e5" providerId="LiveId" clId="{E12951ED-1A3B-4D69-B572-BB1132284B4E}" dt="2026-01-20T15:18:52.051" v="127" actId="931"/>
          <ac:picMkLst>
            <pc:docMk/>
            <pc:sldMk cId="2927214421" sldId="270"/>
            <ac:picMk id="7" creationId="{BE50140D-18B8-40D1-42C3-A451A8120C6D}"/>
          </ac:picMkLst>
        </pc:picChg>
        <pc:picChg chg="add mod ord">
          <ac:chgData name="Divyadharshini Saravanan" userId="5a8fff879a5112e5" providerId="LiveId" clId="{E12951ED-1A3B-4D69-B572-BB1132284B4E}" dt="2026-01-21T14:29:58.203" v="144" actId="14100"/>
          <ac:picMkLst>
            <pc:docMk/>
            <pc:sldMk cId="2927214421" sldId="270"/>
            <ac:picMk id="7" creationId="{E96AF477-5F81-B564-D3D1-06FC3E593620}"/>
          </ac:picMkLst>
        </pc:picChg>
        <pc:picChg chg="add mod">
          <ac:chgData name="Divyadharshini Saravanan" userId="5a8fff879a5112e5" providerId="LiveId" clId="{E12951ED-1A3B-4D69-B572-BB1132284B4E}" dt="2026-01-21T14:32:16.467" v="193" actId="14100"/>
          <ac:picMkLst>
            <pc:docMk/>
            <pc:sldMk cId="2927214421" sldId="270"/>
            <ac:picMk id="9" creationId="{ECB092D9-B649-D8E0-8F08-368F9076F2DC}"/>
          </ac:picMkLst>
        </pc:picChg>
      </pc:sldChg>
      <pc:sldChg chg="addSp delSp modSp new mod">
        <pc:chgData name="Divyadharshini Saravanan" userId="5a8fff879a5112e5" providerId="LiveId" clId="{E12951ED-1A3B-4D69-B572-BB1132284B4E}" dt="2026-01-21T14:32:58.904" v="226" actId="14100"/>
        <pc:sldMkLst>
          <pc:docMk/>
          <pc:sldMk cId="4038519000" sldId="271"/>
        </pc:sldMkLst>
        <pc:spChg chg="mod">
          <ac:chgData name="Divyadharshini Saravanan" userId="5a8fff879a5112e5" providerId="LiveId" clId="{E12951ED-1A3B-4D69-B572-BB1132284B4E}" dt="2026-01-21T14:32:32.609" v="221" actId="20577"/>
          <ac:spMkLst>
            <pc:docMk/>
            <pc:sldMk cId="4038519000" sldId="271"/>
            <ac:spMk id="2" creationId="{1A8B444D-CD4B-0473-2902-C7CE075BFFA2}"/>
          </ac:spMkLst>
        </pc:spChg>
        <pc:spChg chg="del">
          <ac:chgData name="Divyadharshini Saravanan" userId="5a8fff879a5112e5" providerId="LiveId" clId="{E12951ED-1A3B-4D69-B572-BB1132284B4E}" dt="2026-01-20T15:06:12.236" v="113" actId="931"/>
          <ac:spMkLst>
            <pc:docMk/>
            <pc:sldMk cId="4038519000" sldId="271"/>
            <ac:spMk id="3" creationId="{E4BE34D7-E4AC-6501-7D45-F1DC37D509E7}"/>
          </ac:spMkLst>
        </pc:spChg>
        <pc:spChg chg="add del mod">
          <ac:chgData name="Divyadharshini Saravanan" userId="5a8fff879a5112e5" providerId="LiveId" clId="{E12951ED-1A3B-4D69-B572-BB1132284B4E}" dt="2026-01-21T14:30:09.770" v="146" actId="931"/>
          <ac:spMkLst>
            <pc:docMk/>
            <pc:sldMk cId="4038519000" sldId="271"/>
            <ac:spMk id="4" creationId="{2E006EE6-A410-3BEF-2B3C-6DDA35D61539}"/>
          </ac:spMkLst>
        </pc:spChg>
        <pc:spChg chg="add del mod">
          <ac:chgData name="Divyadharshini Saravanan" userId="5a8fff879a5112e5" providerId="LiveId" clId="{E12951ED-1A3B-4D69-B572-BB1132284B4E}" dt="2026-01-20T15:11:59.603" v="117" actId="931"/>
          <ac:spMkLst>
            <pc:docMk/>
            <pc:sldMk cId="4038519000" sldId="271"/>
            <ac:spMk id="7" creationId="{70A749C6-589C-49F3-C59F-D3B43A4A9201}"/>
          </ac:spMkLst>
        </pc:spChg>
        <pc:picChg chg="add del mod">
          <ac:chgData name="Divyadharshini Saravanan" userId="5a8fff879a5112e5" providerId="LiveId" clId="{E12951ED-1A3B-4D69-B572-BB1132284B4E}" dt="2026-01-20T15:06:36.533" v="116" actId="21"/>
          <ac:picMkLst>
            <pc:docMk/>
            <pc:sldMk cId="4038519000" sldId="271"/>
            <ac:picMk id="5" creationId="{BBA03AE8-1834-AEC3-A782-3C8693EC8050}"/>
          </ac:picMkLst>
        </pc:picChg>
        <pc:picChg chg="add mod ord">
          <ac:chgData name="Divyadharshini Saravanan" userId="5a8fff879a5112e5" providerId="LiveId" clId="{E12951ED-1A3B-4D69-B572-BB1132284B4E}" dt="2026-01-21T14:30:32.251" v="152" actId="14100"/>
          <ac:picMkLst>
            <pc:docMk/>
            <pc:sldMk cId="4038519000" sldId="271"/>
            <ac:picMk id="6" creationId="{9B61F37A-E7B0-AF36-D464-99A5CFB576C3}"/>
          </ac:picMkLst>
        </pc:picChg>
        <pc:picChg chg="add mod">
          <ac:chgData name="Divyadharshini Saravanan" userId="5a8fff879a5112e5" providerId="LiveId" clId="{E12951ED-1A3B-4D69-B572-BB1132284B4E}" dt="2026-01-21T14:32:58.904" v="226" actId="14100"/>
          <ac:picMkLst>
            <pc:docMk/>
            <pc:sldMk cId="4038519000" sldId="271"/>
            <ac:picMk id="8" creationId="{5A5A220E-F24F-4F26-6BAE-8D125E8D59EA}"/>
          </ac:picMkLst>
        </pc:picChg>
        <pc:picChg chg="add del mod">
          <ac:chgData name="Divyadharshini Saravanan" userId="5a8fff879a5112e5" providerId="LiveId" clId="{E12951ED-1A3B-4D69-B572-BB1132284B4E}" dt="2026-01-21T14:30:02.973" v="145" actId="21"/>
          <ac:picMkLst>
            <pc:docMk/>
            <pc:sldMk cId="4038519000" sldId="271"/>
            <ac:picMk id="9" creationId="{1A9A0410-3C06-DED8-01D0-43EF996DC4C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0321A-34A7-D964-FB32-81E21ABA10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CD478F-EC39-D7ED-CFCC-A36779E971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EA5C9-9F5C-FD49-AFC2-7DF4AFD6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F841-C3AF-498C-87B5-95B810B495C5}" type="datetimeFigureOut">
              <a:rPr lang="en-IN" smtClean="0"/>
              <a:pPr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67A84-9F07-AE1A-18DC-63F47A4D6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11FA3-D731-D6A8-F211-44E64F4BC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A0AC-F538-4A66-89A0-6E124EF053E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7118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5A9D1-BFD9-5DCA-F9CF-55DA64214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FFA06-D450-E0E3-F93F-0B6ECC4F9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FA58F-3CC0-C24B-F1E1-B421180FC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F841-C3AF-498C-87B5-95B810B495C5}" type="datetimeFigureOut">
              <a:rPr lang="en-IN" smtClean="0"/>
              <a:pPr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A9A6A-FF3C-48E7-B1C1-8A01F63EC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51D35-3A82-244B-312A-A3C00CFDA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A0AC-F538-4A66-89A0-6E124EF053E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8647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56326-F204-F685-E651-758C7FE19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FAD423-DF9B-FF48-7DA2-6941634BF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5A412-9CBB-3D39-C3D6-214D998A8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F841-C3AF-498C-87B5-95B810B495C5}" type="datetimeFigureOut">
              <a:rPr lang="en-IN" smtClean="0"/>
              <a:pPr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04C99-3701-12B6-8201-0C1B48F1D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EC1D7-38EC-2AC2-4676-77905C729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A0AC-F538-4A66-89A0-6E124EF053E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3317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FCF85-761E-9325-7218-7748E125F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9CDAD-6391-59DF-9229-7EEC1D2D51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0FE12-06AD-75DB-0C74-C57C9F6527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AC6787-E705-B8D5-0B31-AA2AB8EF6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F841-C3AF-498C-87B5-95B810B495C5}" type="datetimeFigureOut">
              <a:rPr lang="en-IN" smtClean="0"/>
              <a:pPr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9EA92-A9B1-250F-72BD-7C28EBF9E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5B341A-A1DD-C881-FE2F-64F443288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A0AC-F538-4A66-89A0-6E124EF053E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941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CC0B8-95F2-1356-9F88-36CEC7A02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753DC-9DED-36E5-15FA-30679BD70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BE5154-3DFF-82C0-F94B-2124FB2446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6DFB8B-8CC0-3D82-B9CD-FF737EAC69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88C5AE-4813-15A3-9673-B863516498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A630FA-F6CD-30B7-AAA2-2CEF08478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F841-C3AF-498C-87B5-95B810B495C5}" type="datetimeFigureOut">
              <a:rPr lang="en-IN" smtClean="0"/>
              <a:pPr/>
              <a:t>21-01-2026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A3012C-79F8-6D4F-3633-2166152CE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EFD6C3-B114-D71A-912C-D34C0ECAE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A0AC-F538-4A66-89A0-6E124EF053E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320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635A8-82EE-F916-09D4-CC0B150DD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171882-8129-266C-F457-82BB07ECC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F841-C3AF-498C-87B5-95B810B495C5}" type="datetimeFigureOut">
              <a:rPr lang="en-IN" smtClean="0"/>
              <a:pPr/>
              <a:t>21-01-2026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FCE851-3190-B040-BFCC-737F05004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B994B7-FE1A-03E2-F8DD-B87974362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A0AC-F538-4A66-89A0-6E124EF053E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3929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B38BDE-A983-F814-F68A-C7978DB78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F841-C3AF-498C-87B5-95B810B495C5}" type="datetimeFigureOut">
              <a:rPr lang="en-IN" smtClean="0"/>
              <a:pPr/>
              <a:t>21-01-2026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79723F-2362-C603-D7E0-3506B2605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9CA24-5235-7E1A-8B4C-0CE853177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A0AC-F538-4A66-89A0-6E124EF053E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500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B63FB-CD2F-C39C-B1F2-8555491EE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5C7B3-9661-ED9F-AED0-45D592456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A84E3C-33AB-02A2-B553-7C113A162C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676036-3BD1-3AA7-41AE-5957D962A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F841-C3AF-498C-87B5-95B810B495C5}" type="datetimeFigureOut">
              <a:rPr lang="en-IN" smtClean="0"/>
              <a:pPr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9E396-AEB8-3C42-8F53-90B078991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DE8D1A-A15D-FA5A-3249-5EB2F7F7D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A0AC-F538-4A66-89A0-6E124EF053E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944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BACB5-49E8-C8BB-A6FF-E6BE073EB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2814E6-B0D5-8CD2-8241-C0F0C6D4E1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85B089-FD73-B6B3-DFEC-C230958DDE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B6944F-0452-79CA-2D34-F405BB3AE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F841-C3AF-498C-87B5-95B810B495C5}" type="datetimeFigureOut">
              <a:rPr lang="en-IN" smtClean="0"/>
              <a:pPr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F94DA0-27E5-F2F9-8CE5-A3ED0FDFC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B8C61F-D5BC-97D1-92C0-058951595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A0AC-F538-4A66-89A0-6E124EF053E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671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2D356-397F-F95E-1716-E715227EC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54B367-0B3E-E99E-2573-2A065A537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CAB5C-17A3-C81B-17A6-2F1B7D135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F841-C3AF-498C-87B5-95B810B495C5}" type="datetimeFigureOut">
              <a:rPr lang="en-IN" smtClean="0"/>
              <a:pPr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A49EB-6337-73C2-3A40-FD6C58F7A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EE28B-7E8C-3A08-E3F3-6BD04DFB1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A0AC-F538-4A66-89A0-6E124EF053E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384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AD653A-A89C-46F2-8D39-11B75C95EC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2972-B15B-B455-9851-B1FB43141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D55BF-53B3-C1DC-D629-FFCFEBC02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F841-C3AF-498C-87B5-95B810B495C5}" type="datetimeFigureOut">
              <a:rPr lang="en-IN" smtClean="0"/>
              <a:pPr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34A0A-77FA-4A3E-7C71-542281A96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FEDE6-F09A-1D59-E2B1-E16932D09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A0AC-F538-4A66-89A0-6E124EF053E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988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F755B0-81D1-DB39-F4E0-5278372CD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AB360-6171-F7CA-1F5A-09B7C8A5B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A4BB4-BA5B-D382-BE76-6431C519DA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5F841-C3AF-498C-87B5-95B810B495C5}" type="datetimeFigureOut">
              <a:rPr lang="en-IN" smtClean="0"/>
              <a:pPr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C61BD-56C3-B90D-8872-2AC9942039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73AC8-3640-BEE0-CFA2-8713DB68EC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38A0AC-F538-4A66-89A0-6E124EF053E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448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1EDDA0-BC5B-0508-DF11-F5F69E880A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26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B32494-7638-0731-7CDF-44983F900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13183"/>
            <a:ext cx="9144000" cy="2156791"/>
          </a:xfrm>
        </p:spPr>
        <p:txBody>
          <a:bodyPr>
            <a:normAutofit fontScale="90000"/>
          </a:bodyPr>
          <a:lstStyle/>
          <a:p>
            <a:r>
              <a:rPr lang="en-US" dirty="0"/>
              <a:t>Autonomous Cognitive Engine for Deep Research and Long-Horizon Tasks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774670-F2B1-A839-08B2-AEE0EE454C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3887"/>
            <a:ext cx="9144000" cy="1858617"/>
          </a:xfrm>
        </p:spPr>
        <p:txBody>
          <a:bodyPr>
            <a:normAutofit/>
          </a:bodyPr>
          <a:lstStyle/>
          <a:p>
            <a:endParaRPr lang="en-IN" dirty="0"/>
          </a:p>
          <a:p>
            <a:r>
              <a:rPr lang="en-IN" sz="3600" dirty="0"/>
              <a:t>Presented by,</a:t>
            </a:r>
          </a:p>
          <a:p>
            <a:r>
              <a:rPr lang="en-IN" sz="3600" dirty="0" err="1"/>
              <a:t>Divyadharshini.S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234539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2FCA3E-9D52-F912-1C9E-1781B2CAC1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D82888-F034-A984-5936-68F62CEE7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Overview: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C890E-DF06-58E3-EEE8-7E75CC57D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AI-based system for complex, long-running research workflows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Designed to maintain context, planning, and execution over time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Uses a multi-agent, state-driven architecture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Automates research-oriented tasks such as: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      Information retrieval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      Summarization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      Task tracking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      Memory management</a:t>
            </a:r>
          </a:p>
        </p:txBody>
      </p:sp>
    </p:spTree>
    <p:extLst>
      <p:ext uri="{BB962C8B-B14F-4D97-AF65-F5344CB8AC3E}">
        <p14:creationId xmlns:p14="http://schemas.microsoft.com/office/powerpoint/2010/main" val="2910924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823818-0D6A-8C85-ABB9-2FA78D3662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0C75F3-4A33-BAA0-62F0-1FCEB3841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Problem Statement: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5386D-220D-B9CB-0A35-F1A77F535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Why This Project?</a:t>
            </a:r>
          </a:p>
          <a:p>
            <a:r>
              <a:rPr lang="en-US" dirty="0"/>
              <a:t>Traditional LLM systems: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Lose context in long conversations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Lack structured planning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Produce inconsistent outputs</a:t>
            </a:r>
          </a:p>
          <a:p>
            <a:r>
              <a:rPr lang="en-US" dirty="0"/>
              <a:t>Manual research workflows are: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Time-consuming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Difficult to track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Error-prone</a:t>
            </a:r>
          </a:p>
        </p:txBody>
      </p:sp>
    </p:spTree>
    <p:extLst>
      <p:ext uri="{BB962C8B-B14F-4D97-AF65-F5344CB8AC3E}">
        <p14:creationId xmlns:p14="http://schemas.microsoft.com/office/powerpoint/2010/main" val="2665597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B2E042-0938-90F6-C4B8-812FA81BB8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88565F7-F2CD-A6F8-FFE1-A68703A22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Approach &amp; </a:t>
            </a:r>
            <a:r>
              <a:rPr lang="en-IN"/>
              <a:t>System Architecture: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94B0F-4720-C6CF-853D-ECA5EEAC8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Agent-Driven Modular Approach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System follows a Supervisor–Worker architecture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Each agent has a clear, dedicated responsibility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Execution is state-driven and sequential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Shared state ensures context continuity</a:t>
            </a:r>
          </a:p>
          <a:p>
            <a:r>
              <a:rPr lang="en-IN" dirty="0"/>
              <a:t>Core Components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Supervisor Agent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Worker Agent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Virtual File System (VFS)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err="1"/>
              <a:t>LangGraph</a:t>
            </a:r>
            <a:r>
              <a:rPr lang="en-IN" dirty="0"/>
              <a:t>-based workflow orchestration</a:t>
            </a:r>
          </a:p>
        </p:txBody>
      </p:sp>
    </p:spTree>
    <p:extLst>
      <p:ext uri="{BB962C8B-B14F-4D97-AF65-F5344CB8AC3E}">
        <p14:creationId xmlns:p14="http://schemas.microsoft.com/office/powerpoint/2010/main" val="2658998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7D0744-C33F-9B2F-9CFA-CDE12B5AF6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EBF881-7B77-253E-5B3C-4228AFFBB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Agents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86891-BF7E-273A-711E-7DFE32AD8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3500" dirty="0"/>
              <a:t>Agent Responsibilities</a:t>
            </a:r>
          </a:p>
          <a:p>
            <a:r>
              <a:rPr lang="en-IN" sz="3500" dirty="0"/>
              <a:t>Supervisor Agent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Interprets user intent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Generates structured TODO plans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Controls execution flow</a:t>
            </a:r>
          </a:p>
          <a:p>
            <a:r>
              <a:rPr lang="en-IN" sz="3500" dirty="0"/>
              <a:t>Worker Agent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Executes tasks step-by-step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Stores intermediate outputs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Updates shared state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3183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0CF3E4-7082-DA05-1FA4-A89C89B132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E21194-8421-FF6B-77FB-2A8D1CC4E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Workflow Execution: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47EE8E6-E982-6787-1ADB-03AE50F21D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21296"/>
            <a:ext cx="12192000" cy="5436703"/>
          </a:xfrm>
        </p:spPr>
      </p:pic>
    </p:spTree>
    <p:extLst>
      <p:ext uri="{BB962C8B-B14F-4D97-AF65-F5344CB8AC3E}">
        <p14:creationId xmlns:p14="http://schemas.microsoft.com/office/powerpoint/2010/main" val="2129384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1332CE-FF38-68E4-D0CB-C1FE90C047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8F6285-B321-42FF-12AF-382FC1E2B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Technology Stack: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1E342-D566-B1D0-0682-6E893120B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3600" dirty="0"/>
              <a:t>Tools &amp; Technologies Used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Programming Language: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Python 3.10+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Agent Frameworks: </a:t>
            </a:r>
            <a:r>
              <a:rPr lang="en-IN" dirty="0" err="1"/>
              <a:t>LangChain</a:t>
            </a:r>
            <a:r>
              <a:rPr lang="en-IN" dirty="0"/>
              <a:t>, </a:t>
            </a:r>
            <a:r>
              <a:rPr lang="en-IN" dirty="0" err="1"/>
              <a:t>LangGraph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LLM Integration: </a:t>
            </a:r>
            <a:r>
              <a:rPr lang="en-IN" dirty="0" err="1"/>
              <a:t>Groq</a:t>
            </a:r>
            <a:r>
              <a:rPr lang="en-IN" dirty="0"/>
              <a:t> API (</a:t>
            </a:r>
            <a:r>
              <a:rPr lang="en-IN" dirty="0" err="1"/>
              <a:t>LLaMA</a:t>
            </a:r>
            <a:r>
              <a:rPr lang="en-IN" dirty="0"/>
              <a:t> 3.1)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Environment Management: python-</a:t>
            </a:r>
            <a:r>
              <a:rPr lang="en-IN" dirty="0" err="1"/>
              <a:t>dotenv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Observability: </a:t>
            </a:r>
            <a:r>
              <a:rPr lang="en-IN" dirty="0" err="1"/>
              <a:t>LangSmith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User Interface: </a:t>
            </a:r>
            <a:r>
              <a:rPr lang="en-IN" dirty="0" err="1"/>
              <a:t>Streamlit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Version Control: Git &amp; GitHub (branch-based workflow)</a:t>
            </a:r>
          </a:p>
        </p:txBody>
      </p:sp>
    </p:spTree>
    <p:extLst>
      <p:ext uri="{BB962C8B-B14F-4D97-AF65-F5344CB8AC3E}">
        <p14:creationId xmlns:p14="http://schemas.microsoft.com/office/powerpoint/2010/main" val="1599761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92EBFF-32BA-E1BC-4C45-AEFEB7FDE1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18D586-981E-86C8-886B-AB7D1D20E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User Interface (</a:t>
            </a:r>
            <a:r>
              <a:rPr lang="en-IN" dirty="0" err="1"/>
              <a:t>Streamlit</a:t>
            </a:r>
            <a:r>
              <a:rPr lang="en-IN" dirty="0"/>
              <a:t> UI):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17ECD-A160-766E-1AEE-1CC5A353C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Interactive User Experience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Chat-based interface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Real-time agent responses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Persistent session state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Clear visualization of task execution</a:t>
            </a:r>
          </a:p>
          <a:p>
            <a:r>
              <a:rPr lang="en-IN" dirty="0"/>
              <a:t>UI Advantage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Easy interaction with autonomous agents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Suitable for both research and automation use cases</a:t>
            </a:r>
          </a:p>
        </p:txBody>
      </p:sp>
    </p:spTree>
    <p:extLst>
      <p:ext uri="{BB962C8B-B14F-4D97-AF65-F5344CB8AC3E}">
        <p14:creationId xmlns:p14="http://schemas.microsoft.com/office/powerpoint/2010/main" val="1163778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96AF477-5F81-B564-D3D1-06FC3E5936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F67A94-F640-9F41-590B-D80B60DE2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Streamlit</a:t>
            </a:r>
            <a:r>
              <a:rPr lang="en-IN" dirty="0"/>
              <a:t> User Interface: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B092D9-B649-D8E0-8F08-368F9076F2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30" y="1580840"/>
            <a:ext cx="11171583" cy="5038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214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6309D1-87E6-4D34-C88F-901713314F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1E8DBB-C286-0CED-3126-2905E678C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IN" dirty="0" err="1"/>
              <a:t>LangSmith</a:t>
            </a:r>
            <a:r>
              <a:rPr lang="en-IN" dirty="0"/>
              <a:t> Observability &amp; Debugging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90E84-423B-924F-B3F4-82FD1C886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3600" dirty="0" err="1"/>
              <a:t>LangSmith</a:t>
            </a:r>
            <a:r>
              <a:rPr lang="en-IN" sz="3600" dirty="0"/>
              <a:t> Integration</a:t>
            </a:r>
          </a:p>
          <a:p>
            <a:r>
              <a:rPr lang="en-IN" dirty="0"/>
              <a:t>Tracks agent execution paths</a:t>
            </a:r>
          </a:p>
          <a:p>
            <a:r>
              <a:rPr lang="en-IN" dirty="0"/>
              <a:t>Visualizes: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Task decomposition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LLM calls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State transitions</a:t>
            </a:r>
          </a:p>
          <a:p>
            <a:r>
              <a:rPr lang="en-IN" dirty="0"/>
              <a:t>Helps in: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Debugging recursion issues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Improving prompt design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Understanding agent </a:t>
            </a:r>
            <a:r>
              <a:rPr lang="en-IN" dirty="0" err="1"/>
              <a:t>behavior</a:t>
            </a:r>
            <a:endParaRPr lang="en-IN" dirty="0"/>
          </a:p>
          <a:p>
            <a:r>
              <a:rPr lang="en-IN" dirty="0"/>
              <a:t>Benefit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Makes the system transparent and explainable</a:t>
            </a:r>
          </a:p>
        </p:txBody>
      </p:sp>
    </p:spTree>
    <p:extLst>
      <p:ext uri="{BB962C8B-B14F-4D97-AF65-F5344CB8AC3E}">
        <p14:creationId xmlns:p14="http://schemas.microsoft.com/office/powerpoint/2010/main" val="2459387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B61F37A-E7B0-AF36-D464-99A5CFB576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927574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8B444D-CD4B-0473-2902-C7CE075BF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Langsmith</a:t>
            </a:r>
            <a:r>
              <a:rPr lang="en-IN" dirty="0"/>
              <a:t> Tracing: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5A220E-F24F-4F26-6BAE-8D125E8D59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8" y="1690688"/>
            <a:ext cx="10515601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519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C8BDE3-E9F7-B5BE-D2B6-75DEA63D60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14BC2A-269E-2E72-0FDF-85292CCB1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Faced: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F2B04-5E8A-C101-62E6-302BFF788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Managing long-term context within LLM limits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State recursion errors in </a:t>
            </a:r>
            <a:r>
              <a:rPr lang="en-US" dirty="0" err="1"/>
              <a:t>LangGraph</a:t>
            </a:r>
            <a:r>
              <a:rPr lang="en-US" dirty="0"/>
              <a:t> workflows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Coordinating shared state across multiple agents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14167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E975E9-58B4-5BD3-2810-585633DA44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4061E9-4CE1-CAD3-167A-0F6BB6BB9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1CC7F-1113-1E84-33B7-7D745B960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Parallel execution using multiple worker agents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Distributed cloud-based memory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Integration with external tools (web search, APIs)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Advanced task prioritization and scheduling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0517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E8378F-EF83-5175-6BC3-642ED6D2DE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F0C9D6-68CF-A798-8132-629EF55FC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07E54-74BE-D3DE-832A-46B3DBE98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Demonstrates a scalable autonomous agent system</a:t>
            </a:r>
          </a:p>
          <a:p>
            <a:r>
              <a:rPr lang="en-US" dirty="0"/>
              <a:t>Effectively combines: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Planning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Reasoning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Execution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Persistent memory</a:t>
            </a:r>
          </a:p>
          <a:p>
            <a:r>
              <a:rPr lang="en-US" dirty="0"/>
              <a:t>Provides a strong foundation for advanced AI research and automation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6185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02F9A5-1E47-ECD7-D832-A25363B390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812BBB-197C-C315-2594-572A0CA93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93504"/>
            <a:ext cx="10515600" cy="1381539"/>
          </a:xfrm>
        </p:spPr>
        <p:txBody>
          <a:bodyPr/>
          <a:lstStyle/>
          <a:p>
            <a:r>
              <a:rPr lang="en-IN" dirty="0"/>
              <a:t>                                   Q &amp; A</a:t>
            </a:r>
          </a:p>
        </p:txBody>
      </p:sp>
    </p:spTree>
    <p:extLst>
      <p:ext uri="{BB962C8B-B14F-4D97-AF65-F5344CB8AC3E}">
        <p14:creationId xmlns:p14="http://schemas.microsoft.com/office/powerpoint/2010/main" val="267184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51C371-0DAD-A7E2-23FF-55D3A4106E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1170C9-BED4-A11E-F998-B48DB9E96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72409"/>
            <a:ext cx="10515600" cy="1063487"/>
          </a:xfrm>
        </p:spPr>
        <p:txBody>
          <a:bodyPr/>
          <a:lstStyle/>
          <a:p>
            <a:r>
              <a:rPr lang="en-IN" dirty="0"/>
              <a:t>                              THANK YOU!</a:t>
            </a:r>
          </a:p>
        </p:txBody>
      </p:sp>
    </p:spTree>
    <p:extLst>
      <p:ext uri="{BB962C8B-B14F-4D97-AF65-F5344CB8AC3E}">
        <p14:creationId xmlns:p14="http://schemas.microsoft.com/office/powerpoint/2010/main" val="3212520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1125</TotalTime>
  <Words>393</Words>
  <Application>Microsoft Office PowerPoint</Application>
  <PresentationFormat>Widescreen</PresentationFormat>
  <Paragraphs>98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Wingdings</vt:lpstr>
      <vt:lpstr>Office Theme</vt:lpstr>
      <vt:lpstr>Autonomous Cognitive Engine for Deep Research and Long-Horizon Tasks</vt:lpstr>
      <vt:lpstr> Overview:</vt:lpstr>
      <vt:lpstr> Problem Statement:</vt:lpstr>
      <vt:lpstr>Approach &amp; System Architecture:</vt:lpstr>
      <vt:lpstr> Agents :</vt:lpstr>
      <vt:lpstr>Workflow Execution:</vt:lpstr>
      <vt:lpstr>Technology Stack:</vt:lpstr>
      <vt:lpstr> User Interface (Streamlit UI):</vt:lpstr>
      <vt:lpstr>Streamlit User Interface:</vt:lpstr>
      <vt:lpstr> LangSmith Observability &amp; Debugging</vt:lpstr>
      <vt:lpstr>Langsmith Tracing:</vt:lpstr>
      <vt:lpstr>Challenges Faced:</vt:lpstr>
      <vt:lpstr>Future Scope:</vt:lpstr>
      <vt:lpstr>Conclusion:</vt:lpstr>
      <vt:lpstr>                                   Q &amp; A</vt:lpstr>
      <vt:lpstr>                              THANK YOU!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Cognitive Engine for Deep Research and Long-Horizon Tasks</dc:title>
  <dc:creator>Divyadharshini Saravanan</dc:creator>
  <cp:lastModifiedBy>Divyadharshini Saravanan</cp:lastModifiedBy>
  <cp:revision>3</cp:revision>
  <dcterms:created xsi:type="dcterms:W3CDTF">2026-01-19T12:41:44Z</dcterms:created>
  <dcterms:modified xsi:type="dcterms:W3CDTF">2026-01-21T14:33:03Z</dcterms:modified>
</cp:coreProperties>
</file>