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9" r:id="rId7"/>
    <p:sldId id="268" r:id="rId8"/>
    <p:sldId id="267" r:id="rId9"/>
    <p:sldId id="265" r:id="rId10"/>
    <p:sldId id="263" r:id="rId11"/>
    <p:sldId id="262" r:id="rId12"/>
    <p:sldId id="266" r:id="rId13"/>
    <p:sldId id="261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03AA0-D6F4-9636-F91B-C09311737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ABAE5-D185-90E2-5AF4-1628DEBBD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5FB2B-C8A4-F09D-D136-98538AF6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A599D-5678-0476-D10D-856FC4FCB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F89FB-08E7-E7FB-DE52-7A4D3B8A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39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1831-55FE-D3EE-29AA-A63FAE03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98CFB-EB90-66AC-EBC6-23CA66463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4D101-DE01-901A-2C70-A980DFB3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25FCA-E9E6-12D8-737F-B0115C6B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3304D-6EE7-AAB0-AD32-FAC6A0F4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548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8FA1-CAE4-4EA8-CB29-1346BF3C5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F468A-ABA2-785D-30A5-113B8E9BE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3E8B0-ED5C-4111-F404-93F5E6301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CD890-985C-AD15-708C-1289E0ED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36C54-8B2A-F5E7-D408-BE99A5A44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833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BE05-3680-671B-A8D8-68994A26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1697F-30E0-9018-B8C4-A1C44A6C1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D60D9-8760-AC59-CDBA-2B880CBE9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4CC2E-7514-517E-F6A3-8A8BC289D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2F7B8-FC57-F773-1094-70A8BBBA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D76C-4B7B-79E6-B18D-D4B29DFA3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67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92B68-B04A-5010-37D3-C5BBD6572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3B46C-94E2-3047-CDB1-50DE5FD20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F84CC-60D7-13E1-63CA-2E36667ED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BBA01-1D6F-BFFB-8105-94C5C41D2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3898A7-9E16-C06D-7AD9-D27AE4E37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2E7312-F942-C645-4759-035F8E13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8CC901-E876-53F7-BC5B-EB205415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1E0664-DAB5-73D8-8F19-7DA42DC0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0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6EB3-5A97-4633-BF36-721C9C1E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A0FE33-CF11-1D77-6791-C70B098D8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8CB29-42F2-E849-4758-C0633F1C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34A5C-7A4F-5750-48F6-94E96773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3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5BCC8-1AEB-138A-9C16-7E16E87E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C1323E-8E86-B03B-2EFE-9784A1795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5E5F4-8311-27D9-2F5B-8FEA67F1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22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B0BE-2E4A-1014-6EA7-5B66290F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FB5CE-8251-13C2-75E5-6CBEFBE58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7B530-31E0-61C0-A395-6C87AA64D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EBDAC-81BC-8A3C-E63E-848CBE757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50153-7924-180D-2B6D-C3E6B33B4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EC1C1-CF38-AA83-B5CF-B416117F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53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68152-FBCF-7FF2-6339-2F4594BA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F6B07F-5EE5-8AA5-BACF-143BE1097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24BCF-A9E3-D698-B742-6ADA8B28D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7C4C5-4E7E-3A4E-15BC-A1CBDB18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12804-949D-1064-602C-D952A86C8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9AEB5-712D-3306-FFFA-A4EA3CD6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915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4B43-B568-D522-181E-EFB9FC11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A6BED-87FC-D360-199E-8D4ED197D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EE9D9-54A3-F9D4-98F3-77D66580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B06A2-BB14-37AB-529F-A09AA06F3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0E18A-4A10-3899-771C-ECEE1AA8A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63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0E7862-378B-235D-6AA2-72AF2AF1D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D2C02-3E7E-7B7B-9215-236CF3B11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08D98-EA83-3DF1-DB7C-B1AB1558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247A2-85D4-3C19-ABE1-6AFADAE33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1A969-390A-3994-D822-22349F252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118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C0E085-E460-C933-7DB1-FE4F87A7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EFF28-B48E-EF64-EBE3-A93BA0DF7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433D9-3369-E56D-B109-3E9588309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4ACC3-5270-4A97-8DB5-D453777C2C98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F74A3-04E1-2BEA-07C9-6DB289D96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C16EA-7737-093B-2163-D137488A3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96800-375F-43C8-A7EB-021D0C80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15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1E1CF16-C366-E98E-9956-95C18ACA4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C71578-2899-5990-C6B8-C72140B8C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07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D8998-89D1-8E10-EF7C-0B0C8C821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6F08A-9BBC-7C46-FBCD-D08917618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5D36C-5140-0FD3-3C92-2EB295CF6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936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6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62F2-21D7-5CF3-A9B7-E855EAF0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A89C-3F16-2452-04C6-2F098450E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CD0308-FBF3-3D9C-8C4C-A8F080BC8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0"/>
            <a:ext cx="11393490" cy="660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31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B3C3-5754-5F29-5182-5414F562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774A4-DAB4-0568-5994-FCA8A3D00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452D4-B5AA-16DF-96C0-8FF4261D7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1" y="255640"/>
            <a:ext cx="10831437" cy="614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24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D7BD-EA73-97F2-7D06-D6B08F59C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8FA698-2A2A-6107-557E-D6931EFF2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82894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0028-8F67-0982-E9B0-1307F0145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8C2BE2-877F-17E6-B908-3987368AF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96721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EF54-AA9E-4A4F-3AD6-D7117F26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0FDC25-DB0D-0E90-912D-E83D421CE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3408687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AC0D-39F2-411C-9874-18387FED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670EC4-0A0A-D6DB-66D6-F80D53FA9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305696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112E-FF4F-B895-8CEC-6609FE890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BF5A88-00A3-A0AE-C194-A16B01616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84257"/>
          </a:xfrm>
        </p:spPr>
      </p:pic>
    </p:spTree>
    <p:extLst>
      <p:ext uri="{BB962C8B-B14F-4D97-AF65-F5344CB8AC3E}">
        <p14:creationId xmlns:p14="http://schemas.microsoft.com/office/powerpoint/2010/main" val="149158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6BC45-6BFD-DEA1-719B-6860AE05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5423901-481B-978E-B643-7BCF9913C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3428187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CD858-21A4-BBC3-CAEB-3E7C66E2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258C61-D7C3-44FB-E135-DD574427F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774425"/>
          </a:xfrm>
        </p:spPr>
      </p:pic>
    </p:spTree>
    <p:extLst>
      <p:ext uri="{BB962C8B-B14F-4D97-AF65-F5344CB8AC3E}">
        <p14:creationId xmlns:p14="http://schemas.microsoft.com/office/powerpoint/2010/main" val="3506858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6C9D0-FA5A-2B17-249C-8A2E52CF3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5C3F99-CA5D-6CFA-7D26-D3EDE98E1F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0826" cy="6857999"/>
          </a:xfrm>
        </p:spPr>
      </p:pic>
    </p:spTree>
    <p:extLst>
      <p:ext uri="{BB962C8B-B14F-4D97-AF65-F5344CB8AC3E}">
        <p14:creationId xmlns:p14="http://schemas.microsoft.com/office/powerpoint/2010/main" val="1267908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4028-4E50-C87B-2818-A67EA4E8C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723EF3-1B7F-3DE2-88DF-337979080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97505" cy="64928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637DAF-3746-8999-E677-627B50049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92" y="-93384"/>
            <a:ext cx="11403016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84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F61A-2E2A-CD30-293C-92AB4980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C91B-5051-0BC6-CBED-0A6325CD5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3179C-80BB-EE4D-B533-6BAD5C188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10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Sadhu Architha</dc:creator>
  <cp:lastModifiedBy>Sadhu Architha</cp:lastModifiedBy>
  <cp:revision>1</cp:revision>
  <dcterms:created xsi:type="dcterms:W3CDTF">2026-01-22T18:51:12Z</dcterms:created>
  <dcterms:modified xsi:type="dcterms:W3CDTF">2026-01-22T18:53:37Z</dcterms:modified>
</cp:coreProperties>
</file>